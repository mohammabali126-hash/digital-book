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7" d="100"/>
          <a:sy n="57" d="100"/>
        </p:scale>
        <p:origin x="5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CFC6-90DF-6D7E-49A3-626B2E313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B1D87-56DB-83C8-67D3-C4B35B16F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25694-23A0-A710-B030-951F8153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585FA-5664-F398-F7FD-ED17359C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C2B87-F8AB-85AC-B738-9D89DE34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2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48B9-DD2D-4B31-A793-CD41586D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DD4E4-37DF-4568-5D38-189EBD6C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BB9BB-68DF-4095-46E4-7DF8B0B2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63950-19D3-6FE4-45DF-C84325FF1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CDA9D-B497-BF29-EE13-BBAC96D5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2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092F-134E-19D2-1426-D786907B9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09E80-A5F7-75BF-77BC-8E0C82F92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899AD-FEF0-76AC-85A3-ECF7579F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20E1F-4778-7304-9CE2-36D8C2F7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9D0C8-87AC-97BB-1D83-753E43EA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9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E72A-7EB6-F66C-3F0F-60054E27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9423-4CE4-0F9D-34D4-1DCA82EB7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902F9-757C-0699-19D2-D3BF70773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A7B34-A97A-482D-E814-9120BA2D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7D9C8-DED1-B76D-977C-3713539A6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5CF31-FFF7-E44D-9603-62D86E90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3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0517-0E0D-FE39-8F5C-8D3460E8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F9A9B-698B-1FDD-A9C3-DC7526034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56882-CEE6-0C90-FDF8-F90143E90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C5C12-3B52-AC76-6D49-5F55A1632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43AE3-FFAD-E92C-D4BD-CF773B6A4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1A0EE-10C5-7DFE-AFBB-868057C3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FE890-536B-9A63-D243-FB7F1111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29C6B-3B57-8376-2482-995C985E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8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8B24-D92C-93C8-57FA-854E7434A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506BA-7D74-E9D2-26AC-4753B6ADA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1B460-A9D8-5EA2-3801-85A0FD9D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9FC3D-751F-722F-503C-6179029D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27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3C9E4-01F1-B946-3071-68F75EE9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BAA1A-A486-4D2F-61C0-97F4765A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BE238-82FC-DED1-57CF-D34CE68E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5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B491-E286-F14E-051C-F1B0FA308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7830E-709E-78A7-CA69-9753D46A6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D116B-62C0-A3CF-B6D0-FB7A41BE2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2968-1F1F-FA28-9AC4-CBD88A10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F47C7-6699-A1E2-33B7-6D065688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33EF1-C47B-A05C-1784-1522FAE4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12ED6-00CB-5002-F48F-2E6DDA99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FA1C7-F108-167C-E057-1ED87C0B69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E7484-9B68-0F38-E801-754C6A0C0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B2F04-9EC2-E9DA-2118-5598E6EE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1A5CF-A712-7B84-41F3-B4DEFF7D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3E1CC-289B-7527-4273-A3BCAA14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4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27C8C-09DE-F8AE-8636-86F7A942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B0462-D6E9-315A-B65C-C305265EB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90EE-C94B-3172-6FAD-C30F4887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7722A-47FD-5930-F04B-87E2F96C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03D75-09F0-A16D-F240-21EB90C8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6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9A89E-3A16-3D13-D955-B3F50A690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2CE77-6ED4-E1BE-98C3-F65E779B9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DA6BA-71C4-3117-04D7-AA587FC7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82D21-DD83-E4B3-AE18-31492AE7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68DBF-509A-A0C0-FD8A-788BEE79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6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53B0D-FCBE-BB16-293A-3188348C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314EB-5A83-1051-32E4-596993F43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9E9C-17BA-E4A2-3C25-B289284B6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FADA8-67BF-46E6-A8C3-81DFBB8EEE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2019B-CEEC-9604-4C56-19CCE820A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2A8C-FDFA-65F4-2DB3-1BDE8C25E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06D22-265A-4AC0-961D-30028FE0E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4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0C2B2-17F4-2D1B-2902-E13574BA5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5" r="1" b="1"/>
          <a:stretch>
            <a:fillRect/>
          </a:stretch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6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377D9-F097-C7B5-414E-315F14BB2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" y="0"/>
            <a:ext cx="12190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0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3CE51-7F18-1C3E-3987-FD83E1E9C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52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4DAEF1-829D-2B39-6197-556012FC6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"/>
            <a:ext cx="12192000" cy="685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7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20F6F4-2C05-1813-3BA0-6F069664F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47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6B611E-B441-E400-A36B-65E997C43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5"/>
            <a:ext cx="12192000" cy="685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44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B0005-2248-52EB-9DB5-DB9857A86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0"/>
            <a:ext cx="12192000" cy="685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56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5B6DBB-493F-7A76-2A74-9304709D0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9"/>
            <a:ext cx="12192000" cy="685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7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0A1A49-D343-B62F-5F89-34767AA79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4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2CAB3E-8214-8D37-B9B5-54D952C32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7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ali momni</dc:creator>
  <cp:lastModifiedBy>mohammad ali momni</cp:lastModifiedBy>
  <cp:revision>2</cp:revision>
  <dcterms:created xsi:type="dcterms:W3CDTF">2026-09-14T05:32:26Z</dcterms:created>
  <dcterms:modified xsi:type="dcterms:W3CDTF">2026-09-14T05:40:09Z</dcterms:modified>
</cp:coreProperties>
</file>